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요약 — 저장소는 지금 병목이 아니다. 정해야 할 것은 사용자를 나누는 방식이다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● 실측   ◐ 코드 기준 추정   ○ 외부 자료 인용        기준 코드 a8322a7 · Qdrant 1.17.0 · 2026-09-17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24712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평상시 저장소 부담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435608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55E"/>
                </a:solidFill>
                <a:latin typeface="Apple SD Gothic Neo"/>
              </a:rPr>
              <a:t>2~3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4825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저장도 검색도 요청 1회로 고정이다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6314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찾을 개수나 조건을 바꿔도 늘지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2761488"/>
            <a:ext cx="3282696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834640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● 실측 · 같은 장비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024128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124712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세션 첫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435608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55E"/>
                </a:solidFill>
                <a:latin typeface="Apple SD Gothic Neo"/>
              </a:rPr>
              <a:t>850 → 47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4825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저장소 전 수명에서 딱 한 번 드는 값이다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26314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두 번째 세션부터는 47ms로 떨어진다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3128" y="2761488"/>
            <a:ext cx="3282696" cy="9144"/>
          </a:xfrm>
          <a:prstGeom prst="rect">
            <a:avLst/>
          </a:prstGeom>
          <a:solidFill>
            <a:srgbClr val="B3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834640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● 실측 · 17회 요청의 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1024128"/>
            <a:ext cx="3611880" cy="2103120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1124712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지금 막힌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1435608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55E"/>
                </a:solidFill>
                <a:latin typeface="Apple SD Gothic Neo"/>
              </a:rPr>
              <a:t>선택 미정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04825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사용자를 나누는 방식을 아직 정하지 않았다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26314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그래서 다중 사용자 실험이 성립하지 않는다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0183" y="2761488"/>
            <a:ext cx="3282696" cy="9144"/>
          </a:xfrm>
          <a:prstGeom prst="rect">
            <a:avLst/>
          </a:prstGeom>
          <a:solidFill>
            <a:srgbClr val="A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2834640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◐ 평가 코드 검토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273552"/>
            <a:ext cx="5532120" cy="138988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374136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7A6A"/>
                </a:solidFill>
                <a:latin typeface="Apple SD Gothic Neo"/>
              </a:rPr>
              <a:t>이 자료가 답하는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3694176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● Qdrant 요청이 언제 몇 번 나가고 각각 얼마나 걸리는가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390906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● 기억을 숫자로 바꾸는 외부 호출이 몇 건으로 갈라지는가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12394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◐ 사용자를 나누는 두 방식의 비용이 어떻게 다른가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273552"/>
            <a:ext cx="5532120" cy="1389888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374136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33333"/>
                </a:solidFill>
                <a:latin typeface="Apple SD Gothic Neo"/>
              </a:rPr>
              <a:t>답하지 않는 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694176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PostgreSQL 호출 수 — 이번 회차에서 세지 않았다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90906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운영 규모의 지연 — 같은 장비, 적은 데이터로 잰 값이다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12394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동시 부하에서의 거동 — 부하 시험을 아직 하지 않았다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91456"/>
            <a:ext cx="11365992" cy="151790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10328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39512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저장소를 걱정해서 이 자료를 봤다면 결론은 아니다.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평상시 Qdrant가 쓰는 시간은 요청당 2~3ms이고, 검색 옵션으로 늘지 않는다.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7725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유일하게 큰 값인 850ms는 세션을 처음 만들 때 한 번뿐이다.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컬렉션과 색인을 실제로 만드는 작업이고, 두 번째 세션부터는 47ms다.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지금 필요한 것은 최적화가 아니라 결정이다.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사용자를 나누는 방식을 정해야 부하 시험 설계가 나온다(7장).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95274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현재 평가 코드로는 사용자를 500명까지 늘려도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서버 입장에서는 방이 계속 하나여서 어느 방식의 비용도 드러나지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6455664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qdrant_report_2026-09-16.md · qdrant_requests_by_state_2026-09-15.md · qdrant_request_trace.json. 재현 절차는 reproduce/README.md에 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MemMachine이 하는 일은 둘뿐이다 — 기억을 넣는 것과 찾는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각 칸은 한 단계다. 초록 굵은 테두리가 Qdrant를 부르는 단계이고, 나머지는 다른 곳에서 끝난다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607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① 기억을 넣는다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115568"/>
            <a:ext cx="4572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pple SD Gothic Neo"/>
              </a:rPr>
              <a:t>대화 한 덩어리를 받아 나중에 찾을 수 있게 저장한다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세션 준비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쓸 채비를 갖춘다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10512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84248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원문 저장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받은 글 그대로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57016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문단 나누기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기본은 안 나눔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6048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9784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텍스트 다듬기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숫자로 바꿀 단위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28816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02552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숫자로 바꾸기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외부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01583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19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조각 저장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나눈 단위 기록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74351" y="1664208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48088" y="1389888"/>
            <a:ext cx="1389888" cy="6400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벡터 저장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Qdrant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3957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② 기억을 찾는다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450592"/>
            <a:ext cx="51206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pple SD Gothic Neo"/>
              </a:rPr>
              <a:t>질문을 받아 관련 있는 기억을 골라 돌려준다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세션 준비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쓸 채비를 갖춘다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682495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15084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조건 해석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누구 것을 볼지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86100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18688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질문을 숫자로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외부 API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89704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22292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비슷한 것 찾기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Qdrant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93307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25896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앞뒤 문맥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기본은 끔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296912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29500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순위 재조정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기본은 없음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00516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33103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결과 조립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서버 안에서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104119" y="2999232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36707" y="2724912"/>
            <a:ext cx="1261872" cy="6400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원문 복원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본문 가져오기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621024"/>
            <a:ext cx="5532120" cy="10972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721608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두 흐름이 같은 곳에서 시작한다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404164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넣든 찾든 첫 단계는 '세션 준비'다. 뒤에 나오는 비용 차이는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4256532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거의 전부 이 한 단계에서 갈린다(4장·5장).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621024"/>
            <a:ext cx="5532120" cy="109728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3721608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기본 설정에서는 꺼져 있는 단계가 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9944" y="404164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문단 나누기, 앞뒤 문맥, 순위 재조정은 기본값이 '하지 않음'이다.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4256532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켜면 일이 늘지만 Qdrant 요청 수는 그대로다.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846320"/>
            <a:ext cx="11365992" cy="14630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96519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2943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전체 단계 열다섯 중 Qdrant를 부르는 것은 셋뿐이다.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나머지는 다른 데이터베이스이거나 서버 안에서 끝난다.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53212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'세션 준비'는 기억을 찾는 단계가 아니라 그 앞의 채비다.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이 채비가 이미 돼 있느냐에 따라 요청 1건의 비용이 달라진다.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76986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기본 설정은 생각보다 단순하다.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문단 나누기와 문맥 확장, 순위 재조정은 켜야 동작한다.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007607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그래서 지금 봐야 할 것은 단계 수가 아니라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어느 단계가 서버 밖으로 나가는지다(3장).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41908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5부(요청 흐름). 단계 이름은 코드의 내부 명칭을 평문으로 옮긴 것이다.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느려질 수 있는 곳은 전부 서버 밖에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규모에 민감한 연산은 하나도 서버 안에 없다 · 그래서 부하 시험은 세 갈래를 나눠 재야 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① 서버가 직접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463039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세션 준비 (채비 갖추기)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59636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문단 나누기 · 텍스트 다듬기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56231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조건 해석 · 결과 조립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52828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576072" y="2249424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전부 메모리 안에서 끝나는 가벼운 조율이다.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446020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데이터가 늘어도 이 부분은 거의 변하지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27248"/>
            <a:ext cx="3291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◐ 코드 검토 · 별도 계측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042415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② 저장소에 묻는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463039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벡터 저장 · 비슷한 것 찾기 (Qdrant)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659636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원문 저장 · 조각 저장 (PostgreSQL)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856231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앞뒤 문맥 · 원문 복원 (PostgreSQL)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052828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4453128" y="2249424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Qdrant는 요청 1건당 1회로 고정이다.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446020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PostgreSQL 호출 수는 이번에 세지 않았다.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27248"/>
            <a:ext cx="3291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● Qdrant 실측 · PostgreSQL 미측정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1042415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③ 외부 API를 부르는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1463039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기억을 숫자로 바꾸기 (임베딩)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1659636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질문을 숫자로 바꾸기 (임베딩)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1856231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요약·추출 (LLM, 기본 꺼짐)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2052828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9" name="TextBox 28"/>
          <p:cNvSpPr txBox="1"/>
          <p:nvPr/>
        </p:nvSpPr>
        <p:spPr>
          <a:xfrm>
            <a:off x="8330183" y="2249424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임베딩은 한 번에 보낼 양에 상한이 있어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446020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요청이 크면 여러 건으로 갈라진다.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3127248"/>
            <a:ext cx="3291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● 실측 · 스텁 서버로 HTTP 계수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474720"/>
            <a:ext cx="11365992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3547872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임베딩 호출에는 재시도가 없다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3758184"/>
            <a:ext cx="11064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외부 API가 한 번 거절하면 저장이나 검색이 그대로 실패한다. 현재 설정은 재시도 0회이고, 이건 코드를 바꿔야 하는 항목이다(7장 결정 ③).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169663"/>
            <a:ext cx="11365992" cy="713232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270248"/>
            <a:ext cx="110368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저장이 느려졌을 때 의심할 순서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4590288"/>
            <a:ext cx="110733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Qdrant 요청은 1건으로 고정이므로 먼저 볼 곳이 아니다. 요청에 메시지를 많이 담으면 갈라지는 쪽은 임베딩이고, 그다음이 PostgreSQL이다.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992624"/>
            <a:ext cx="11365992" cy="133502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11496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44068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서버가 직접 하는 일은 전부 가볍다.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규모에 민감한 연산은 하나도 서버 안에 없다.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68756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따라서 부하 시험은 세 갈래를 나눠 재야 한다.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임베딩 왕복, Qdrant 왕복, PostgreSQL 왕복이다.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3445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특히 검색에서 임베딩과 Qdrant는 직렬이다.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임베딩이 늦으면 그만큼 검색 지연에 그대로 더해진다.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641908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5부·9부 · 측정 기록 3부(E1~E11). 임베딩 재시도 없음은 모든 호출부가 max_attempts 기본값 1을 쓰기 때문이다.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Qdrant를 건드리는 곳은 세 군데뿐이다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● 전부 실측 · 실제로 나간 HTTP 요청을 하나도 빠뜨리지 않고 기록해 셌다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3611880" cy="221284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① 세션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453895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55E"/>
                </a:solidFill>
                <a:latin typeface="Apple SD Gothic Neo"/>
              </a:rPr>
              <a:t>0 · 1 · 17회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6654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채비가 돼 있으면 0회, 치워졌으면 1회,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81427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처음 보는 세션이면 17회다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496311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넣을 때도 찾을 때도 이 단계를 거친다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889503"/>
            <a:ext cx="3282696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962656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세 상태의 뜻과 시간은 5장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042415"/>
            <a:ext cx="3611880" cy="221284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② 벡터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453895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55E"/>
                </a:solidFill>
                <a:latin typeface="Apple SD Gothic Neo"/>
              </a:rPr>
              <a:t>1회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6654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기억을 넣는 요청 1건당 항상 1회다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281427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한 요청에 대화를 몇 건 담아 보내든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496311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1회로 고정된다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3128" y="2889503"/>
            <a:ext cx="3282696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962656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기억 넣기 경로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5592" y="1042415"/>
            <a:ext cx="3611880" cy="221284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1143000"/>
            <a:ext cx="32826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③ 비슷한 것 찾기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1453895"/>
            <a:ext cx="333756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55E"/>
                </a:solidFill>
                <a:latin typeface="Apple SD Gothic Neo"/>
              </a:rPr>
              <a:t>1회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06654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기억을 찾는 요청 1건당 항상 1회다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2281427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찾을 개수, 조건, 앞뒤 문맥을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496311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어떻게 바꿔도 1회다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3" y="2889503"/>
            <a:ext cx="3282696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2962656"/>
            <a:ext cx="32826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기억 찾기 경로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401568"/>
            <a:ext cx="5532120" cy="1207008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502152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나머지 열두 단계는 Qdrant를 부르지 않는다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3822192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원문 저장과 앞뒤 문맥, 원문 복원은 PostgreSQL이 맡고,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01878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문단 나누기와 조건 해석, 순위 재조정, 결과 조립은 서버 안에서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421538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끝난다. 기억을 숫자로 바꾸는 일만 외부 API로 나간다.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3401568"/>
            <a:ext cx="5532120" cy="1207008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3502152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검색 옵션을 바꿔도 요청 수는 그대로다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822192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찾을 개수를 20개에서 5개로 줄여도, 사용자 조건을 걸어도,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401878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앞뒤 문맥을 켜도 Qdrant 요청은 1회다. 문맥은 다른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21538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데이터베이스에서 가져오고, 점수 기준은 결과를 받은 뒤 거른다.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754880"/>
            <a:ext cx="11365992" cy="1517904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7375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0293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요청 1건이 Qdrant를 부르는 횟수는 기본이 1회다.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이 수를 키우는 것은 검색 옵션이 아니라 세션 준비 상태다.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44068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그래서 '검색을 무겁게 쓰면 저장소가 버티냐'는 질문의 답은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옵션과 무관하다는 것이다. 무거워지는 쪽은 임베딩과 PostgreSQL이다.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7842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17회는 그 세션을 생애 처음 열 때만 나간다.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컬렉션과 색인을 실제로 만드는 작업이고, 한 번 만들면 끝이다.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1616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판단에 필요한 것은 이 세 접점의 발생 빈도다.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특히 17회가 몇 번 일어나느냐가 사용자 분리 방식에 달려 있다(6장).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6455664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측정 기록 2부(S1~S13) · qdrant_request_trace.json. qdrant-client의 HTTP 전송 함수를 감싸 요청을 전수 기록했다.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얼마나 걸리는가 — 큰 값은 첫 등록 한 번뿐이다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● 전부 실측 · 같은 장비의 컨테이너를 상대로 쟀다. 다른 노드에 두면 왕복 시간이 더해진다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36599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78992"/>
            <a:ext cx="2112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세션 준비의 세 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1078992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078992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걸린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078992"/>
            <a:ext cx="4169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무슨 일을 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1078992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언제 생기나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98448"/>
            <a:ext cx="11365992" cy="283464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48739"/>
            <a:ext cx="2112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채비가 돼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348739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0회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3487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348739"/>
            <a:ext cx="4169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준비 요청 없이 곧바로 본래 일로 간다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1348739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대부분의 요청이 여기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81912"/>
            <a:ext cx="11365992" cy="283464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632204"/>
            <a:ext cx="2112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채비가 치워졌다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1632204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1632204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1.5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1632204"/>
            <a:ext cx="4169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등록부에서 그 세션 정보 하나를 읽어 온다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632204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10분 유휴 · 재시작 · 자리 밀림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865376"/>
            <a:ext cx="11365992" cy="283464"/>
          </a:xfrm>
          <a:prstGeom prst="rect">
            <a:avLst/>
          </a:prstGeom>
          <a:solidFill>
            <a:srgbClr val="DBE6F6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1915668"/>
            <a:ext cx="2112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처음 보는 세션이다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1915668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17회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1915668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850 → 47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1915668"/>
            <a:ext cx="4169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컬렉션 2개 165ms · 색인 11개 667ms · 등록부 4회 18ms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1915668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그 세션의 첫 요청 한 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395728"/>
            <a:ext cx="5440680" cy="144475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468880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평상시   눈금 0~4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8254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기억 넣기 — 벡터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798064"/>
            <a:ext cx="210312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68880" y="2798064"/>
            <a:ext cx="1577339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2816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3.0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14553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기억 찾기 — 비슷한 것 찾기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3118104"/>
            <a:ext cx="210312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0" y="3118104"/>
            <a:ext cx="1051560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313639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2.0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465575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채비 다시 갖추기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438144"/>
            <a:ext cx="210312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68880" y="3438144"/>
            <a:ext cx="788669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8" y="345643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1.5 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792" y="2395728"/>
            <a:ext cx="5440680" cy="144475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468880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세션 첫 등록   눈금 0~900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8254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그 저장소의 첫 세션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2798064"/>
            <a:ext cx="15544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798064"/>
            <a:ext cx="1468119" cy="182880"/>
          </a:xfrm>
          <a:prstGeom prst="rect">
            <a:avLst/>
          </a:prstGeom>
          <a:solidFill>
            <a:srgbClr val="A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25328" y="281635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850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14553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두 번째 세션부터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118104"/>
            <a:ext cx="15544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3118104"/>
            <a:ext cx="81178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25328" y="3136392"/>
            <a:ext cx="1143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47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493008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첫 세션만 컬렉션과 색인을 실제로 만든다. 그 뒤로는 '이미 있다'는 응답만 받는다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3950208"/>
            <a:ext cx="11365992" cy="768096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4050792"/>
            <a:ext cx="110368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이 숫자를 그대로 운영에 대입하면 안 되는 이유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" y="4370832"/>
            <a:ext cx="110733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같은 장비의 컨테이너를 상대로, 적은 데이터로 잰 값이다. Qdrant를 다른 노드에 두면 요청마다 네트워크 왕복이 그대로 더해지고, 데이터가 쌓이면 검색 시간도 달라진다.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4828032"/>
            <a:ext cx="11365992" cy="144475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946904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27608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평상시 저장소가 쓰는 시간은 요청당 2~3ms다.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응답 시간에서 저장소가 차지하는 몫은 작다.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513832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850ms는 크지만 저장소 전 수명에서 한 번이다.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두 번째 세션부터 47ms이고, 요청 수는 17회로 같다.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7515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따라서 세션 수가 늘 때 걱정할 곳은 등록 시간이 아니다.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채비를 담아 두는 자리가 100개뿐이고, 그 경계에서 무엇이 늘어나는지가 갈린다.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98932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자리가 전부 사용 중이면 밀어낼 것이 없어 자리가 그냥 늘어나고,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쉬는 것이 섞여 있을 때만 그것이 밀려나 채비를 다시 갖추는 일이 반복된다.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641908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측정 기록 2부 · qdrant_request_trace.json의 요청별 소요 시간을 구간별로 합산했다. 자리 100개와 유휴 10분은 보고서 10부.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사용자를 나누는 방법은 둘이고, 먼저 고르지 않으면 측정 설계가 서지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두 방식은 서로 다른 병목을 드러낸다 · 지금 평가 코드는 둘 중 어느 쪽도 아니다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5532120" cy="221284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43000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7A6A"/>
                </a:solidFill>
                <a:latin typeface="Apple SD Gothic Neo"/>
              </a:rPr>
              <a:t>A. 방 나누기 — 사용자마다 방 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463039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 한 명에게 방 하나를 준다. 저장 공간이 실제로 쪼개지는 것은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59636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아니고, 기억마다 '어느 방 것인지' 표시가 붙어 검색이 자동으로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56231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자기 방만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5282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576072" y="224942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좋은 점 — 조건을 빠뜨려도 남의 기억이 나오지 않는다. 사용자 한 명을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44602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지우려면 방을 통째로 지우면 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42615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576072" y="2839211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비용 — 사용자마다 첫 등록 17회. 500명이면 8,500회다. 채비 자리가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3580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100개뿐이라 활동 사용자가 그보다 많고 일부가 쉬면 재준비가 반복된다.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042415"/>
            <a:ext cx="5532120" cy="2212848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143000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781F"/>
                </a:solidFill>
                <a:latin typeface="Apple SD Gothic Neo"/>
              </a:rPr>
              <a:t>B. 이름표 붙이기 — 한 방을 같이 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463039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모두가 한 방을 쓰고, 기억마다 누구 것인지 이름표를 붙인다.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659636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찾을 때 이름표 조건을 걸어 걸러낸다.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856231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1" name="TextBox 20"/>
          <p:cNvSpPr txBox="1"/>
          <p:nvPr/>
        </p:nvSpPr>
        <p:spPr>
          <a:xfrm>
            <a:off x="6409944" y="205282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2" name="TextBox 21"/>
          <p:cNvSpPr txBox="1"/>
          <p:nvPr/>
        </p:nvSpPr>
        <p:spPr>
          <a:xfrm>
            <a:off x="6409944" y="2249424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좋은 점 — 방을 만드는 절차가 전체를 통틀어 한 번이다. 채비 자리도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44602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한 칸만 쓰므로 100개 한도 문제가 생기지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642615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25" name="TextBox 24"/>
          <p:cNvSpPr txBox="1"/>
          <p:nvPr/>
        </p:nvSpPr>
        <p:spPr>
          <a:xfrm>
            <a:off x="6409944" y="2839211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위험 — 찾을 때마다 조건을 붙여야 한다. 빠뜨리면 남의 기억이 그대로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035808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나온다. 서버가 강제하지 않으므로 앞단에서 반드시 붙여야 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346704"/>
            <a:ext cx="1136599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383280"/>
            <a:ext cx="2935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갈리는 지점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3383280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A. 방 나누기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383280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B. 이름표 붙이기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602736"/>
            <a:ext cx="11365992" cy="24688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634740"/>
            <a:ext cx="2935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세션 첫 등록 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3634740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 수 × 17회 (500명이면 8,500회)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0104" y="3634740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전체를 통틀어 1회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49624"/>
            <a:ext cx="11365992" cy="24688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881628"/>
            <a:ext cx="2935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채비 자리 100개 한도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881628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활동 사용자가 넘고 일부가 쉬면 재준비 반복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3881628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해당 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96512"/>
            <a:ext cx="11365992" cy="24688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128516"/>
            <a:ext cx="2935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격리가 되는 방식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8728" y="4128516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구조적 — 조건을 빠뜨려도 안전하다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0104" y="4128516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정책적 — 조건을 붙여야 안전하다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343400"/>
            <a:ext cx="11365992" cy="24688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4375404"/>
            <a:ext cx="2935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 한 명 삭제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8728" y="4375404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방 하나를 지우면 된다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0104" y="4375404"/>
            <a:ext cx="4023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기억을 하나씩 찾아 지워야 한다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681728"/>
            <a:ext cx="1136599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4745736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지금 평가 코드는 둘 중 어느 쪽도 아니다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4946904"/>
            <a:ext cx="11064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방을 나누지 않아 모든 사용자가 기본 방 하나로 합쳐지고, 찾을 때 이름표 조건도 걸지 않는다. 이름표(말한 사람)는 붙지만 격리에 쓰이지 않는다.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303520"/>
            <a:ext cx="11365992" cy="102412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42239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515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둘 중 하나가 정답인 것은 아니다.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격리가 중요하면 A, 사용자가 많고 운영 비용이 중요하면 B다.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9846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다만 먼저 고르지 않으면 측정 설계가 서지 않는다.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A는 방이 늘 때를, B는 한 방이 커질 때를 보는 실험이다.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641908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7부·8부 · 쉬운 설명본 2부. 이름표만으로 거르면 상대의 답변이 빠지는 것은 사용자 3명 12건을 넣어 실측했다.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지금 정해야 할 것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아래 셋이 정해지면 나머지는 따라온다 · 각 항목의 근거는 앞 장에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365992" cy="1078992"/>
          </a:xfrm>
          <a:prstGeom prst="rect">
            <a:avLst/>
          </a:prstGeom>
          <a:solidFill>
            <a:srgbClr val="FFFFFF"/>
          </a:solidFill>
          <a:ln w="2032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42415"/>
            <a:ext cx="68580" cy="1078992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15214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A6A"/>
                </a:solidFill>
                <a:latin typeface="Apple SD Gothic Neo"/>
              </a:rPr>
              <a:t>결정 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43000"/>
            <a:ext cx="5943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ple SD Gothic Neo"/>
              </a:rPr>
              <a:t>사용자를 어떻게 나눌 것인가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44751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A(방 나누기)는 격리가 기본 동작이지만 사용자마다 17회가 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32204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B(이름표)는 등록이 전체 1회지만 모든 검색에 조건을 붙여야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19655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B를 고른다면 조건을 서버 앞단에서 강제해야 한다. 빠뜨리면 노출이다.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225295"/>
            <a:ext cx="9144" cy="7132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29844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6장 · 정해지지 않으면 다중 사용자 실험 자체가 성립하지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49424"/>
            <a:ext cx="11365992" cy="1078992"/>
          </a:xfrm>
          <a:prstGeom prst="rect">
            <a:avLst/>
          </a:prstGeom>
          <a:solidFill>
            <a:srgbClr val="FFFFFF"/>
          </a:solidFill>
          <a:ln w="2032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249424"/>
            <a:ext cx="68580" cy="1078992"/>
          </a:xfrm>
          <a:prstGeom prst="rect">
            <a:avLst/>
          </a:prstGeom>
          <a:solidFill>
            <a:srgbClr val="B3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359152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3781F"/>
                </a:solidFill>
                <a:latin typeface="Apple SD Gothic Neo"/>
              </a:rPr>
              <a:t>결정 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50008"/>
            <a:ext cx="5943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ple SD Gothic Neo"/>
              </a:rPr>
              <a:t>서버(worker)를 둘 이상으로 올릴 것인가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651760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채비를 담아 두는 자리가 worker마다 따로 있고 서로의 것을 모른다.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39212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그래서 같은 사용자가 여러 worker에 중복으로 올라가고, 처음 받는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026664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worker마다 채비를 갖추는 비용을 한 번씩 낸다. 기본값은 1개다.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432304"/>
            <a:ext cx="9144" cy="7132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50545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5장 · 세션 첫 등록 17회는 늘지 않는다. 늘어나는 것은 재준비뿐이다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56432"/>
            <a:ext cx="11365992" cy="1078992"/>
          </a:xfrm>
          <a:prstGeom prst="rect">
            <a:avLst/>
          </a:prstGeom>
          <a:solidFill>
            <a:srgbClr val="FFFFFF"/>
          </a:solidFill>
          <a:ln w="2032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456432"/>
            <a:ext cx="68580" cy="1078992"/>
          </a:xfrm>
          <a:prstGeom prst="rect">
            <a:avLst/>
          </a:prstGeom>
          <a:solidFill>
            <a:srgbClr val="A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566160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결정 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557016"/>
            <a:ext cx="5943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ple SD Gothic Neo"/>
              </a:rPr>
              <a:t>임베딩 호출에 재시도를 넣을 것인가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858768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지금은 재시도가 0회다. 외부 API가 429나 5xx를 한 번 돌려주면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046220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저장이나 검색이 그대로 실패한다. 사용자에게 실패로 보이는 항목이고,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233672"/>
            <a:ext cx="77724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코드를 고쳐야 바뀐다.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3639312"/>
            <a:ext cx="9144" cy="71323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712464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3장 · 부하가 올라갈수록 거절 확률이 높아지는 항목이다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700016"/>
            <a:ext cx="5532120" cy="841248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800600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정해지면 바로 할 수 있는 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512064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평가 도구를 그 방식에 맞게 고친다. A면 사용자마다 다른 방을,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321807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B면 찾을 때 이름표 조건을 붙이도록 바꾼다.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4700016"/>
            <a:ext cx="5532120" cy="841248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800600"/>
            <a:ext cx="52029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ple SD Gothic Neo"/>
              </a:rPr>
              <a:t>결정과 무관하게 먼저 해 두면 좋은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5120640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채비 자리가 몇 번 적중하고 몇 번 밀려났는지 볼 수 있는 지표가 없다.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5321807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부하 시험 전에 추가하면 원인 파악이 빨라진다.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687568"/>
            <a:ext cx="11365992" cy="53035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80644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세 결정 중 첫째가 나머지를 규정한다.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사용자 분리 방식이 정해져야 부하 시험의 변수와 성공 기준이 나온다.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649224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12부(권고) · 쉬운 설명본 8부. 이 자료의 모든 수치와 재현 절차는 docs/msr/qdrant_requests/ 에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