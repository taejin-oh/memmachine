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먼저 용어 셋 — 세션, 인스턴스, 캐시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이 세 가지를 구분해야 뒤의 숫자가 읽힌다  ·  기준 upstream/speedkick a8322a7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은행 창구에 비유하면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26464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세션 = 고객의 계좌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기억을 담는 칸. 고객사와 프로젝트 조합으로 하나씩 만들어진다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내용은 데이터베이스에 영구 보관된다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66543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39696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인스턴스 = 창구 직원의 업무 세팅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1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그 계좌를 다루려고 서버 메모리에 올려둔 준비물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42032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금고 번호를 적은 메모와 열쇠이지, 돈이 아니다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79776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캐시 = 책상 위 세팅 100칸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자주 쓰는 준비물만 올려둔다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55264"/>
            <a:ext cx="5303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10분 안 쓰면 치우고, 자리가 모자라면 오래된 것부터 치운다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29584"/>
            <a:ext cx="5532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02736"/>
            <a:ext cx="5212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인스턴스에는 기억이 들어 있지 않다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한 세션에 기억이 수백만 건 쌓여도 인스턴스 크기는 거의 변하지 않는다. 그래서 100칸을 채워도 메모리를 크게 쓰지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042415"/>
            <a:ext cx="57424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인스턴스 안에 무엇이 있나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353312"/>
            <a:ext cx="574243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1389888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들어 있는 것 (도구)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389888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없는 것 (항상 저장소에서)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609344"/>
            <a:ext cx="574243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1645920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저장소의 어느 칸인지 가리키는 주소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1645920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기억 본문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65376"/>
            <a:ext cx="574243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1901952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데이터베이스 연결 통로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0264" y="1901952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기억을 숫자로 바꾼 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121408"/>
            <a:ext cx="574243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21579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쪼개고 변환하는 방식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21579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검색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834640"/>
            <a:ext cx="57424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요청 1건이 겪는 세 가지 상황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145536"/>
            <a:ext cx="574243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8" y="3182112"/>
            <a:ext cx="20482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상황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82112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준비 질의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182112"/>
            <a:ext cx="8778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본래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3182112"/>
            <a:ext cx="13350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합계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401568"/>
            <a:ext cx="5742432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8" y="3447287"/>
            <a:ext cx="20482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바로 처리 — 세팅이 책상에 있다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447287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47287"/>
            <a:ext cx="8778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3447287"/>
            <a:ext cx="13350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675887"/>
            <a:ext cx="5742432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8" y="3721607"/>
            <a:ext cx="20482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재준비 — 계좌는 있고 세팅만 없다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3721607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721607"/>
            <a:ext cx="8778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3721607"/>
            <a:ext cx="13350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2회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950207"/>
            <a:ext cx="5742432" cy="274320"/>
          </a:xfrm>
          <a:prstGeom prst="rect">
            <a:avLst/>
          </a:prstGeom>
          <a:solidFill>
            <a:srgbClr val="DBE6F6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9048" y="3995927"/>
            <a:ext cx="204825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신규 등록 — 계좌 자체가 없다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995927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3995927"/>
            <a:ext cx="8778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3995927"/>
            <a:ext cx="13350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18회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4709160"/>
            <a:ext cx="11365992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82803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15721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계좌는 영구히 남지만 업무 세팅은 수시로 치워진다.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치워졌다고 기억이 사라지는 것은 아니다.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40410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인스턴스가 있어도 검색은 반드시 저장소에 한 번 간다.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캐시가 아끼는 것은 검색이 아니라 그 앞의 준비 동작이다.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650992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따라서 요청 1건의 비용은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요청 종류가 아니라 그 순간의 준비 상태로 정해진다.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897879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이 세 상황의 이름을 뒤에서 계속 쓴다.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바로 처리, 재준비, 신규 등록.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623620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2부(이 문서에서 쓰는 말) — 캐시 용량 100과 유휴 600초는 episodic_memory_manager.py:43, :48. 이 파일은 작업 브랜치와 speedkick이 동일하다.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사용자를 나누는 두 가지 방법 — 먼저 고르고 나서 측정해야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두 방식은 서로 다른 병목을 드러낸다  ·  지금 평가 코드는 둘 중 어느 쪽도 아니다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42415"/>
            <a:ext cx="5532120" cy="2304288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52120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A. 세션 분리 — 사용자마다 방 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사용자 한 명에게 계좌 하나. 공간이 쪼개지는 게 아니라 표시로 갈린다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91056"/>
            <a:ext cx="5257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45920"/>
            <a:ext cx="5120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sys-partition_key = 사용자마다 다른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7A6A"/>
                </a:solidFill>
                <a:latin typeface="Apple SD Gothic Neo"/>
              </a:rPr>
              <a:t>좋은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57984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자기 방만 보는 것이 기본 동작이다. 조건을 빠뜨려도 안전하다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 한 명을 지우려면 방을 통째로 지우면 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33333"/>
                </a:solidFill>
                <a:latin typeface="Apple SD Gothic Neo"/>
              </a:rPr>
              <a:t>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79776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사용자마다 신규 등록 17회. 500명이면 8,500회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53512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동시 활동 사용자가 100명을 넘고 일부가 쉬면 재준비가 반복된다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27248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데이터베이스에도 사용자 수만큼 구획이 생긴다. 테이블이 늘지는 않는다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042415"/>
            <a:ext cx="5532120" cy="2304288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115568"/>
            <a:ext cx="52120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pple SD Gothic Neo"/>
              </a:rPr>
              <a:t>B. 이름표 분리 — 한 방을 같이 쓰기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371600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모두 한 계좌를 쓰고, 기억마다 누구 것인지 표시한다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1591056"/>
            <a:ext cx="5257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645920"/>
            <a:ext cx="5120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producer_id = 'userA' OR produced_for_id = 'userA'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956816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7A6A"/>
                </a:solidFill>
                <a:latin typeface="Apple SD Gothic Neo"/>
              </a:rPr>
              <a:t>좋은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57984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방을 만드는 등록 절차가 전체를 통틀어 한 번이다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331720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책상도 한 칸만 쓴다. 100칸 한도 문제가 생기지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578608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33333"/>
                </a:solidFill>
                <a:latin typeface="Apple SD Gothic Neo"/>
              </a:rPr>
              <a:t>비용과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779776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검색마다 조건을 붙여야 한다. 빠뜨리면 남의 기억이 나온다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953512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말한 사람만으로 걸면 상대 답변이 빠진다. 두 조건이 필요하다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127248"/>
            <a:ext cx="5349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사용자 한 명만 지우려면 기억을 하나씩 찾아 지워야 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456432"/>
            <a:ext cx="1136599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493008"/>
            <a:ext cx="3529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갈리는 지점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3493008"/>
            <a:ext cx="3712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A. 세션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3493008"/>
            <a:ext cx="37398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B. 이름표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12463"/>
            <a:ext cx="11365992" cy="237744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3739896"/>
            <a:ext cx="3529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신규 등록 비용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3739896"/>
            <a:ext cx="3712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사용자 수 × 17회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3739896"/>
            <a:ext cx="37398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전체 1회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50207"/>
            <a:ext cx="11365992" cy="237744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977639"/>
            <a:ext cx="3529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캐시 100칸 한도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088" y="3977639"/>
            <a:ext cx="3712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일부가 쉴 때 재준비 반복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977639"/>
            <a:ext cx="37398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문제 없음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187951"/>
            <a:ext cx="11365992" cy="237744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215383"/>
            <a:ext cx="3529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격리 방식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3088" y="4215383"/>
            <a:ext cx="3712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구조적 — 조건을 빠뜨려도 안전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4215383"/>
            <a:ext cx="373989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정책적 — 조건을 붙여야 안전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480560"/>
            <a:ext cx="113659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84863" y="442569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44568"/>
            <a:ext cx="6400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지금 평가 코드는 둘 중 어느 쪽도 아니다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754880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방을 나누지 않아 모든 사용자가 기본 세션 하나로 합쳐지고, 검색에 조건을 걸지 않는다. 이름표(화자)는 붙지만 격리에 쓰이지 않는다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5102352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221224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55040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둘 중 하나가 정답인 것은 아니다.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격리가 중요하면 A, 사용자 수가 많고 운영 비용이 중요하면 B다.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7900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다만 먼저 고르지 않으면 측정 설계가 서지 않는다.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A는 칸이 늘 때를, B는 한 칸이 커질 때를 본다.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00760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현재 상태로는 사용자를 500명까지 늘려도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두 방식의 비용 차이가 드러나지 않는다.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" y="6345936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7부(두 방식)·8부(현재 평가) — 세션 키는 service.py:44, 기본값 universal은 spec.py:29. 필터 회수율은 사용자 3명 12건 적재로 실측했다.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요청 1건이 저장소 질의 몇 건이 되는가 — 상태별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기준 acb4f9a → a8322a7 (speedkick, 2026-09-14) · qdrant 1.17.0 + postgres 16 · HTTP 전수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6903720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33856"/>
            <a:ext cx="33009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4488" y="1133856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저장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1133856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검색 1건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1848" y="1133856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에피소드 삭제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133856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세션 삭제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53312"/>
            <a:ext cx="690372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99032"/>
            <a:ext cx="33009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바로 처리: 인스턴스가 캐시에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39903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39903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139903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39903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627632"/>
            <a:ext cx="690372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673352"/>
            <a:ext cx="33009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재준비: 캐시에서 빠짐, 세션은 등록됨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167335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167335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167335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67335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901952"/>
            <a:ext cx="6903720" cy="274320"/>
          </a:xfrm>
          <a:prstGeom prst="rect">
            <a:avLst/>
          </a:prstGeom>
          <a:solidFill>
            <a:srgbClr val="DBE6F6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1947672"/>
            <a:ext cx="33009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신규 등록: 처음 보는 세션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194767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194767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194767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947672"/>
            <a:ext cx="740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enlo"/>
              </a:rPr>
              <a:t>—</a:t>
            </a:r>
          </a:p>
        </p:txBody>
      </p:sp>
      <p:sp>
        <p:nvSpPr>
          <p:cNvPr id="29" name="Oval 28"/>
          <p:cNvSpPr/>
          <p:nvPr/>
        </p:nvSpPr>
        <p:spPr>
          <a:xfrm>
            <a:off x="146304" y="138074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0" name="Oval 29"/>
          <p:cNvSpPr/>
          <p:nvPr/>
        </p:nvSpPr>
        <p:spPr>
          <a:xfrm>
            <a:off x="146304" y="165506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1" name="Oval 30"/>
          <p:cNvSpPr/>
          <p:nvPr/>
        </p:nvSpPr>
        <p:spPr>
          <a:xfrm>
            <a:off x="146304" y="192938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176272"/>
            <a:ext cx="690372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2221991"/>
            <a:ext cx="33009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프로세스(worker) 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7" y="2221991"/>
            <a:ext cx="3346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연결 확인 1회 + 버전 확인 1회 (별도 스레드)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2487168"/>
            <a:ext cx="6903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pple SD Gothic Neo"/>
              </a:rPr>
              <a:t>GET /collections는 트레이스로, GET /는 클라이언트 버전 경고로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2880360"/>
            <a:ext cx="6903720" cy="118872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40880" y="2825496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953512"/>
            <a:ext cx="6492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설정에 따라서만 배수가 달라지는 셋 — 모두 코드 기준, 실행 미확인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172968"/>
            <a:ext cx="6675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agent_mode=true → 검색 1건이 저장소 2~22회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410711"/>
            <a:ext cx="6675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시맨틱 vector_store 백엔드 → set_id마다 limit 10,000 검색 1회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48456"/>
            <a:ext cx="6675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분산 모드 → 세션 생성 때 샤드 키 1회 추가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1060704"/>
            <a:ext cx="4233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배수를 정하는 것은 두 가지뿐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1371600"/>
            <a:ext cx="4233672" cy="402336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① 인스턴스가 이 worker의 캐시에 있는가 (100칸 / 10분)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1810512"/>
            <a:ext cx="4233672" cy="402336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② 그 세션이 저장소에 등록돼 있는가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249424"/>
            <a:ext cx="4233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둘 다 A1 / S1(세션 확보) 한 단계에서 갈린다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2468880"/>
            <a:ext cx="4233672" cy="713232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2542032"/>
            <a:ext cx="3931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검색 옵션은 배수를 바꾸지 않는다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743200"/>
            <a:ext cx="3977639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top_k · filter · expand_context · score_threshold 모두 1회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2926080"/>
            <a:ext cx="3977639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바뀌는 것은 limit = top_k × 4 하나뿐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43800" y="3255264"/>
            <a:ext cx="4233672" cy="54864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3319272"/>
            <a:ext cx="3931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기준 커밋이 바뀌었다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3520440"/>
            <a:ext cx="3977639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acb4f9a (1~3장) → a8322a7 · 캐시 코드는 작업 브랜치와 동일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3877056"/>
            <a:ext cx="4233672" cy="786384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3941063"/>
            <a:ext cx="3931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pple SD Gothic Neo"/>
              </a:rPr>
              <a:t>배지 뜻이 바뀐다 — 1~3장은 계측 유무, 4장부터는 근거 종류</a:t>
            </a:r>
          </a:p>
        </p:txBody>
      </p:sp>
      <p:sp>
        <p:nvSpPr>
          <p:cNvPr id="55" name="Oval 54"/>
          <p:cNvSpPr/>
          <p:nvPr/>
        </p:nvSpPr>
        <p:spPr>
          <a:xfrm>
            <a:off x="7699248" y="4151376"/>
            <a:ext cx="137160" cy="13716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4160520"/>
            <a:ext cx="3749039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실행 트레이스로 실측</a:t>
            </a:r>
          </a:p>
        </p:txBody>
      </p:sp>
      <p:sp>
        <p:nvSpPr>
          <p:cNvPr id="57" name="Oval 56"/>
          <p:cNvSpPr/>
          <p:nvPr/>
        </p:nvSpPr>
        <p:spPr>
          <a:xfrm>
            <a:off x="7699248" y="4306824"/>
            <a:ext cx="137160" cy="13716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4315968"/>
            <a:ext cx="3749039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코드 기준, 실행 미확인</a:t>
            </a:r>
          </a:p>
        </p:txBody>
      </p:sp>
      <p:sp>
        <p:nvSpPr>
          <p:cNvPr id="59" name="Oval 58"/>
          <p:cNvSpPr/>
          <p:nvPr/>
        </p:nvSpPr>
        <p:spPr>
          <a:xfrm>
            <a:off x="7699248" y="4462272"/>
            <a:ext cx="137160" cy="137160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82127" y="4471416"/>
            <a:ext cx="3749039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이번 회차 계측 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4736592"/>
            <a:ext cx="11365992" cy="144475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4855464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18464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평상시 배수는 1이다.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저장 1건도 검색 1건도 저장소 질의 1건이고, 검색 옵션은 이 수를 바꾸지 않는다.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43153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배수를 키우는 것은 검색 옵션이 아니라 준비 상태다.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재준비 2배, 신규 등록 18배.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678423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삭제는 값이 다르다.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에피소드 삭제 1회, 세션 삭제는 바로 처리 3회 재준비 4회다.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925311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따라서 부하 산정은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요청 수가 아니라 요청 수 × 상태 분포 × worker 수로 해야 한다.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6272784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6부(상태별 요청 수) — qdrant-client의 HTTP 전송 함수를 감싸 REST 요청을 전수 기록했고 실제 EpisodicMemoryManager와 세션 DB를 그대로 썼다. 임베더만 64차원 해시.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신규 등록 18회의 내역 — 인덱스 11회는 낭비가 아니라 의도된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PUT /collections ×2 + PUT …/index ×11 + registry 왕복 ×4 = 17  (+ 본 요청 1 = 18)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4983480" cy="530352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1~3  registry 확인과 생성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포인트 조회 → registry 컬렉션 PUT → 포인트 재조회</a:t>
            </a:r>
          </a:p>
        </p:txBody>
      </p:sp>
      <p:sp>
        <p:nvSpPr>
          <p:cNvPr id="6" name="Down Arrow 5"/>
          <p:cNvSpPr/>
          <p:nvPr/>
        </p:nvSpPr>
        <p:spPr>
          <a:xfrm>
            <a:off x="2852928" y="1655064"/>
            <a:ext cx="100584" cy="1554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19656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4  native 컬렉션 생성 PUT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hnsw m=0, payload_m=16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52928" y="2304288"/>
            <a:ext cx="100584" cy="1554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468880"/>
            <a:ext cx="498348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4709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A33333"/>
                </a:solidFill>
                <a:latin typeface="Apple SD Gothic Neo"/>
              </a:rPr>
              <a:t>5~15  payload 인덱스 생성 11회 — 이미 있어도 매번 나간다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98064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sys-partition_key (is_tenant)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90088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_timestamp (datetime)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82112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_episode_uid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74136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_session_key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66160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_producer_id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58184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_producer_role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798064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_produced_for_id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2990088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_sequence_num (integer)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3182112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_episode_type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374136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_content_type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566160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1F4E79"/>
                </a:solidFill>
                <a:latin typeface="Menlo"/>
              </a:rPr>
              <a:t>_created_at (datetime)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852928" y="4069080"/>
            <a:ext cx="100584" cy="1554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4233672"/>
            <a:ext cx="4983480" cy="42062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16~17  registry 포인트 upsert → 최종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097280"/>
            <a:ext cx="610819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3288" y="1133856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요청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13385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첫 세션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113385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두 번째 새 세션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1353312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33288" y="1389888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  registry 포인트 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138988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404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38988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200, 빈 결과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609344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33288" y="1645920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2  registry 컬렉션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164592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164592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409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865376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3288" y="1901952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3  registry 포인트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901952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200, 빈 결과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901952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200, 빈 결과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121408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33288" y="2157984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4  native 컬렉션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157984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57984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409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377440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33288" y="2414016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5~15  payload 인덱스 11회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241401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41401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633472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288" y="2670048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16  registry 포인트 등록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267004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267004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2889504"/>
            <a:ext cx="6108192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33288" y="2926080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17  registry 포인트 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292608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292608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145536"/>
            <a:ext cx="6108192" cy="256032"/>
          </a:xfrm>
          <a:prstGeom prst="rect">
            <a:avLst/>
          </a:prstGeom>
          <a:solidFill>
            <a:srgbClr val="DBE6F6"/>
          </a:solidFill>
          <a:ln w="19050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33288" y="3182112"/>
            <a:ext cx="287121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합계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182112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17회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3182112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17회</a:t>
            </a:r>
          </a:p>
        </p:txBody>
      </p:sp>
      <p:sp>
        <p:nvSpPr>
          <p:cNvPr id="60" name="Oval 59"/>
          <p:cNvSpPr/>
          <p:nvPr/>
        </p:nvSpPr>
        <p:spPr>
          <a:xfrm>
            <a:off x="11448288" y="316382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0" y="3547872"/>
            <a:ext cx="6108192" cy="96012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3621024"/>
            <a:ext cx="5696712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인덱스 11회를 매번 보내는 이유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06440" y="3840480"/>
            <a:ext cx="58795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예전에는 컬렉션이 이미 있으면 payload 인덱스가 하나도 만들어지지 않았다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6440" y="4032504"/>
            <a:ext cx="58795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그 결함을 고치면서 컬렉션 생성과 인덱스 생성을 분리해 개별로 보낸다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4224528"/>
            <a:ext cx="58795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커밋 a2a1754 · 첫 세션 각 32~88ms, 두 번째부터 각 3ms (로컬 Docker)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" y="4709160"/>
            <a:ext cx="11365992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482803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15721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17회 중 11회는 인덱스 생성이지만 낭비가 아니다.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인덱스가 하나도 만들어지지 않던 결함을 막기 위한 의도된 동작이다.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40410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두 번째 새 세션부터는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컬렉션 생성 2회가 409로 돌아온다. 총 요청 수는 17회로 같다.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650992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검색도 같은 경로를 쓴다.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처음 보는 세션으로 검색만 해도 17회 + 검색 1회가 나간다.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897879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방식 A를 고르면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이 17회가 사용자 수만큼 그대로 누적된다.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623620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4.3~4.4(요청 상세) · 트레이스 원본 trace_output.txt — 코드는 a8322a7 기준 service_locator.py:106·118·123, qdrant_vector_store.py:649-704.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worker를 늘리면 요청은 몇 배가 되는가 — 캐시는 worker마다 따로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MemoryInstanceCache  capacity=100  idle=600s  sweep=2s  ·  MEMMACHINE_WORKERS 기본값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623560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33856"/>
            <a:ext cx="14721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캐시 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1133856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범위와 수명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7368" y="1133856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미스일 때 저장소 질의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5623560" cy="29260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08176"/>
            <a:ext cx="14721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Qdrant 클라이언트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1408176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프로세스 수명, 시작 시 예열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408176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GET /collections 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645920"/>
            <a:ext cx="5623560" cy="292608"/>
          </a:xfrm>
          <a:prstGeom prst="rect">
            <a:avLst/>
          </a:prstGeom>
          <a:solidFill>
            <a:srgbClr val="DBE6F6"/>
          </a:solidFill>
          <a:ln w="19050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700784"/>
            <a:ext cx="14721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인스턴스 캐시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1700784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worker별, 100칸 · 유휴 600초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700784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조회 1회, 없으면 생성 17회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938528"/>
            <a:ext cx="5623560" cy="29260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993392"/>
            <a:ext cx="14721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registry 엔트리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1993392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캐시하지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1993392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열 때마다 조회 1회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231136"/>
            <a:ext cx="5623560" cy="292608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286000"/>
            <a:ext cx="14721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시맨틱 컬렉션 핸들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2286000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서비스 시작 시 1회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2286000"/>
            <a:ext cx="18836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있으면 1회, 없으면 16회</a:t>
            </a:r>
          </a:p>
        </p:txBody>
      </p:sp>
      <p:sp>
        <p:nvSpPr>
          <p:cNvPr id="25" name="Oval 24"/>
          <p:cNvSpPr/>
          <p:nvPr/>
        </p:nvSpPr>
        <p:spPr>
          <a:xfrm>
            <a:off x="146304" y="138074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6" name="Oval 25"/>
          <p:cNvSpPr/>
          <p:nvPr/>
        </p:nvSpPr>
        <p:spPr>
          <a:xfrm>
            <a:off x="146304" y="2258568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670048"/>
            <a:ext cx="5623560" cy="685800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5212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캐시에서 빠지는 경우는 셋뿐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62656"/>
            <a:ext cx="5394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worker 재시작 · 10분 넘게 쉰 세션 · 100칸이 찼고 유휴 인스턴스가 있을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82111"/>
            <a:ext cx="5394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100칸 · 600초 · 2초는 설정으로 바꿀 수 없다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097280"/>
            <a:ext cx="5577840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133856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운영 시나리오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133856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저장소 질의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1133856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근거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1353312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399032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worker N개 동시 재시작 직후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1399032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2 ×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1399032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연결 + 버전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1627632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673352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기존 세션이 각 worker에 처음 닿음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1673352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+1 ×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1673352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조회가 worker마다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1901952"/>
            <a:ext cx="5577840" cy="274320"/>
          </a:xfrm>
          <a:prstGeom prst="rect">
            <a:avLst/>
          </a:prstGeom>
          <a:solidFill>
            <a:srgbClr val="DBE6F6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1947672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새 세션이 M개 생김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1947672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17 ×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1947672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worker 수와 무관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2176272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221991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같은 새 세션을 두 worker가 동시에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2221991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17 ×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2221991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잠금이 프로세스 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2450591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496311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worker당 동시 처리 세션 100개 초과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2496311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그대로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2496311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축출 대상이 없어 칸만 는다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2724911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2770631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활성 세션 100개 초과 · 일부는 유휴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2770631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일부 2배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2770631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유휴 인스턴스가 밀려남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2" y="2999231"/>
            <a:ext cx="5577840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3044951"/>
            <a:ext cx="252374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10분 유휴 뒤 첫 요청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044951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세션당 +1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3044951"/>
            <a:ext cx="160934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유휴 600초 제거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3657600"/>
            <a:ext cx="11365992" cy="68580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730752"/>
            <a:ext cx="10954512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로드밸런서는 있지만 사용자를 같은 worker로 보내는 설정은 없다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3950208"/>
            <a:ext cx="111373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그래서 같은 세션이 여러 worker에 중복으로 올라가고, 처음 받는 worker마다 재준비가 한 번씩 발생한다. 기본값이 worker 1개라 이 문제는 2개 이상으로 올렸을 때만 생긴다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1480" y="4526280"/>
            <a:ext cx="11365992" cy="157276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464515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97433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캐시는 worker마다 따로 있다.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worker가 N개면 같은 세션이라도 worker마다 각각 재준비 비용을 낸다.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22122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다만 신규 등록 17회는 worker 수가 아니라 새 세션 수에 비례한다.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먼저 연 worker가 등록하면 나머지는 조회 1회로 끝난다.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468112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100칸을 넘길 때 무엇이 늘어나는지는 유휴 세션 유무로 갈린다.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전부 쓰는 중이면 캐시가 그냥 커지고, 유휴 세션이 섞였을 때만 밀려나 재준비가 반복된다.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71500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부하 시험은 worker 수와 세션 수를 함께 변수로 잡아야 한다.</a:t>
            </a:r>
            <a:r>
              <a:rPr sz="1050" b="0">
                <a:solidFill>
                  <a:srgbClr val="1A1A1A"/>
                </a:solidFill>
                <a:latin typeface="Apple SD Gothic Neo"/>
              </a:rPr>
              <a:t> 하나만 바꾸면 이 배수가 드러나지 않는다.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621792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10부(캐시 리뷰) — episodic_memory_manager.py:43-52·103-106, instance_lru_cache.py:174-185·206-219, docker-compose.yml:87. 캐시 잠금 자체는 병목이 아니다(요청당 마이크로초).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컬렉션은 둘, 세션은 payload 한 칸 — 세션이 늘어도 컬렉션은 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long_term_memory__registry  ·  long_term_memory__&lt;sha256(config)&gt;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4937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registry 컬렉션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4E79"/>
                </a:solidFill>
                <a:latin typeface="Menlo"/>
              </a:rPr>
              <a:t>long_term_memory__registry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983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세션 하나당 포인트 1개. 벡터는 1차원 더미, payload에 이름과 스키마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4983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포인트 id = uuid5(네임스페이스, 파티션 키) — 계산해 바로 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48840"/>
            <a:ext cx="5257800" cy="146304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21992"/>
            <a:ext cx="49377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native 컬렉션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4937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4E79"/>
                </a:solidFill>
                <a:latin typeface="Menlo"/>
              </a:rPr>
              <a:t>long_term_memory__&lt;sha256(config)&gt;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4983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이름이 설정 해시라서 같은 설정을 쓰는 모든 세션이 하나를 공유한다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34640"/>
            <a:ext cx="1600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862072"/>
            <a:ext cx="15087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1F4E79"/>
                </a:solidFill>
                <a:latin typeface="Menlo"/>
              </a:rPr>
              <a:t>sys-partition_key=bd36…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2834640"/>
            <a:ext cx="1600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2862072"/>
            <a:ext cx="15087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1F4E79"/>
                </a:solidFill>
                <a:latin typeface="Menlo"/>
              </a:rPr>
              <a:t>…=a1f2…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2834640"/>
            <a:ext cx="1600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2862072"/>
            <a:ext cx="15087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1F4E79"/>
                </a:solidFill>
                <a:latin typeface="Menlo"/>
              </a:rPr>
              <a:t>…=7c04…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4983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pple SD Gothic Neo"/>
              </a:rPr>
              <a:t>포인트에는 벡터와 payload 11키 + 사용자 metadata만 들어간다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10128"/>
            <a:ext cx="4983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본문 텍스트는 저장소에 저장하지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703320"/>
            <a:ext cx="5257800" cy="804672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76472"/>
            <a:ext cx="4846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파티션 키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5928"/>
            <a:ext cx="5029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세션 키가 규칙에 맞으면 그대로, 아니면 sha256[:32]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78808"/>
            <a:ext cx="5029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orga/prja → bd36dbe5eef78ec754963d978108ef7b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1097280"/>
            <a:ext cx="5879592" cy="118872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03152" y="1042415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170432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Apple SD Gothic Neo"/>
              </a:rPr>
              <a:t>검색에 실제로 나가는 요청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389888"/>
            <a:ext cx="56235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POST /collections/long_term_memory__&lt;hash&gt;/points/query/batch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563624"/>
            <a:ext cx="56235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searches=1  limit=80  with_payload=false  with_vector=false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1737360"/>
            <a:ext cx="56235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4E79"/>
                </a:solidFill>
                <a:latin typeface="Menlo"/>
              </a:rPr>
              <a:t>filter={"must":[{"key":"sys-partition_key","match":{"value":"bd36…"}}]}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1947672"/>
            <a:ext cx="5623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방식 B의 사용자 조건은 이 파티션 조건과 AND로 묶인다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2377440"/>
            <a:ext cx="5879592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03152" y="2322576"/>
            <a:ext cx="219456" cy="219456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450592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33333"/>
                </a:solidFill>
                <a:latin typeface="Apple SD Gothic Neo"/>
              </a:rPr>
              <a:t>한 칸에 약 1,667건 전까지는 그래프가 없다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688336"/>
            <a:ext cx="5623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m=0이라 전역 그래프는 없고, payload_m=16으로 파티션 값마다 하위 그래프가 생긴다. 임계값은 1536차원 약 1,667개다. 방식 A는 사용자당, 방식 B는 프로젝트 전체가 기준이 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346704"/>
            <a:ext cx="56235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pple SD Gothic Neo"/>
              </a:rPr>
              <a:t>이전 Qdrant 서버 소스 분석(v1.19.1) 인용 — 이번 회차에 재계측하지 않았다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3703320"/>
            <a:ext cx="5879592" cy="804672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776472"/>
            <a:ext cx="5468112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탐색 폭과 점수 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995928"/>
            <a:ext cx="56509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한 번에 훑는 후보는 기본 100개다. top_k 25(=limit 100)를 넘으면 넓어진다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178808"/>
            <a:ext cx="565099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score_threshold는 요청에 실리지 않는다 (long_term_memory.py:340)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663440"/>
            <a:ext cx="11365992" cy="144475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78231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11149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세션이 늘어도 컬렉션은 늘지 않는다.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늘어나는 것은 registry 포인트 1개와 파티션 값 하나다.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58383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세션 분리는 컬렉션이 아니라 payload 필드 하나로 한다.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sys-partition_key에 걸린 테넌트 인덱스가 그 경계다.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605271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방식 A는 사용자 대부분이 임계값에 못 미쳐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그래프 없이 필터 후 순차 비교로 검색된다. 소규모에서는 이 편이 빠르다.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852159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방식 B는 그래프가 일찍 생기지만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사용자 조건의 선택도에 따라 탐색 경로가 갈린다.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21792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3.1(구조)·4.6(검색 요청)·7.3(임계값) — qdrant_vector_store.py:64·87·550·669-672, service_locator.py:158-182, long_term_memory.py:310·340.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저장이 느려지면 저장소가 아닐 수 있다 — 임베딩 호출의 분할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한 요청 상한 inputs ≤ 2048, chars ≤ 75000  ·  max_attempts=1  ·  재시도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1365992" cy="868680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3657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분할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① batch_size가 설정되면 그 크기로 먼저 나눠 동시에 부른다 (기본 미설정)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② 입력 하나가 75,000자를 넘으면 그 길이로 자른다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89888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③ 한 요청은 입력 2,048개 이하, 총 75,000자 이하로 묶는다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572768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④ 묶음마다 HTTP 요청을 만들어 동시에 보낸다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11064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조각은 길이 가중 평균으로 합쳐 벡터 1개가 되므로 저장소 포인트 수는 변하지 않는다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03120"/>
            <a:ext cx="6537960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139696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3969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139696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논리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139696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HTTP 요청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59152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395728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저장, 에피소드 4건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39572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4개 336자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395728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395728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15184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651760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검색 1건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265176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1개 16자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2651760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2651760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71216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2907792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저장, 16만 자 1건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2907792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1개 160,039자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2907792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2907792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127248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163824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저장, 에피소드 2,100건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3163824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2,100개 186,780자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3163824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3163824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383280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419856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저장, batch_size=2로 5건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3419856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5개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3419856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16168" y="3419856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39312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675888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저장, sentence_text 2건×3문장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7288" y="3675888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6개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1768" y="3675888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3675888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895344"/>
            <a:ext cx="6537960" cy="256032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3931920"/>
            <a:ext cx="28437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임베더 최초 생성 (프로세스당 1회)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47288" y="3931920"/>
            <a:ext cx="14264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Apple SD Gothic Neo"/>
              </a:rPr>
              <a:t>1개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3931920"/>
            <a:ext cx="7863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16168" y="3931920"/>
            <a:ext cx="9692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146304" y="2386584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187952"/>
            <a:ext cx="6537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pple SD Gothic Neo"/>
              </a:rPr>
              <a:t>HTTP 3건인 경우의 분할: 75,000+75,000+10,039자 · 854+836+410개 · 2+2+1개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600" y="2103120"/>
            <a:ext cx="4690872" cy="868680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0" y="2176272"/>
            <a:ext cx="4279392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운영값으로 환산하면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2395727"/>
            <a:ext cx="44622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메시지 평균 400자일 때 한 저장 요청에 약 187건이 넘어가면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2587751"/>
            <a:ext cx="44622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HTTP 요청이 하나 더 생긴다. 2,048개 제한은 짧을 때만 먼저 걸린다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86600" y="3108960"/>
            <a:ext cx="4690872" cy="124358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3182112"/>
            <a:ext cx="43891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바로 처리 상태의 외부 호출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401568"/>
            <a:ext cx="4434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4E79"/>
                </a:solidFill>
                <a:latin typeface="Menlo"/>
              </a:rPr>
              <a:t>검색 = 임베딩 1 · 저장소 1 · PostgreSQL 다수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3575304"/>
            <a:ext cx="4434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4E79"/>
                </a:solidFill>
                <a:latin typeface="Menlo"/>
              </a:rPr>
              <a:t>저장 = 임베딩 1+ · 저장소 1 · PostgreSQL 다수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785615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임베딩과 저장소 검색은 직렬이라 임베딩 왕복이 검색 지연에 그대로 더해진다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4142232"/>
            <a:ext cx="4434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pple SD Gothic Neo"/>
              </a:rPr>
              <a:t>PostgreSQL 호출 수는 이번 회차에서 세지 않았다 (보고서 0부)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434840"/>
            <a:ext cx="11365992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4498848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33333"/>
                </a:solidFill>
                <a:latin typeface="Apple SD Gothic Neo"/>
              </a:rPr>
              <a:t>임베딩 호출에는 재시도가 없다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709160"/>
            <a:ext cx="110642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모든 호출부가 max_attempts 기본값 1을 쓴다. 429나 5xx를 받으면 재시도 없이 저장 또는 검색이 그대로 실패한다. 임베더 안의 백오프 루프는 한 번도 돌지 않는다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5074920"/>
            <a:ext cx="11365992" cy="13258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5229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저장소 질의가 1회로 고정이어도 임베딩 HTTP는 1건 이상일 수 있다.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저장 요청이 커질 때 갈라지는 쪽은 임베딩이다.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7515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병목 측정에서 임베딩 왕복과 저장소 왕복을 나눠 재야 한다.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검색에서 둘은 직렬이다.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9801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임베딩 호출 수는 준비 상태와 무관하다.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신규 등록이어도 저장 1회, 검색 1회다.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620877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주기적으로 도는 임베딩은 시맨틱 특징 임베딩뿐이고,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기본값은 꺼짐이다.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" y="6455664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보고서 9부(임베딩) · 측정 기록 3부(E1~E11) — OpenAI 호환 스텁 서버로 실제 HTTP 요청의 입력 개수와 총 길이를 셌고, 임베더 구현은 운영과 같은 OpenAIEmbedder다.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Qdrant는 언제 불리고 얼마나 걸리는가 — 파이프라인 위의 세 접점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1장의 두 흐름 그대로 · 초록 굵은 테두리만 Qdrant 요청 · 시간은 같은 장비 Docker 실측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32688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932688"/>
            <a:ext cx="2194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</a:rPr>
              <a:t>Qdrant 요청 발생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932688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 w="1270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9326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</a:rPr>
              <a:t>Qdrant 요청 없음 — PostgreSQL 또는 프로세스 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① 적재   POST /memories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세션 확보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LRU · RW 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10512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84248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원문 INSERT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… RETURNING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3279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7016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세그먼트화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기본 passthrough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56048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9784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파생 생성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임베딩할 텍스트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28816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2552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임베딩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외부 API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01583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19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세그먼트 쓰기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segment_store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74351" y="1787652"/>
            <a:ext cx="155448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48088" y="1536192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벡터 upsert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Qdrant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176272"/>
            <a:ext cx="1389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355E"/>
                </a:solidFill>
                <a:latin typeface="Apple SD Gothic Neo"/>
              </a:rPr>
              <a:t>0 · 1 · 17회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176272"/>
            <a:ext cx="138988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355E"/>
                </a:solidFill>
                <a:latin typeface="Apple SD Gothic Neo"/>
              </a:rPr>
              <a:t>1회 · 3.0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176272"/>
            <a:ext cx="7589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pple SD Gothic Neo"/>
              </a:rPr>
              <a:t>원문과 세그먼트는 PostgreSQL, 임베딩은 외부 API — 여기서는 Qdrant 요청이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6151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55E"/>
                </a:solidFill>
                <a:latin typeface="Apple SD Gothic Neo"/>
              </a:rPr>
              <a:t>② 검색   POST /memories/search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세션 확보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LRU · RW 락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682495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15084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필터 파싱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검증 · 번역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86099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18688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쿼리 임베딩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외부 API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89704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22292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28575">
            <a:solidFill>
              <a:srgbClr val="1F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pple SD Gothic Neo"/>
              </a:rPr>
              <a:t>ANN 탐색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Apple SD Gothic Neo"/>
              </a:rPr>
              <a:t>+ payload 필터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93307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25896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문맥 walk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PostgreSQL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96912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9500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리랭킹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기본 없음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700515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33103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결과 조립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프로세스 내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104119" y="3177540"/>
            <a:ext cx="128016" cy="1005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6707" y="2926080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651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원문 복원</a:t>
            </a:r>
          </a:p>
          <a:p>
            <a:pPr algn="ctr"/>
            <a:r>
              <a:rPr sz="900" b="0">
                <a:solidFill>
                  <a:srgbClr val="8A8A8A"/>
                </a:solidFill>
                <a:latin typeface="Apple SD Gothic Neo"/>
              </a:rPr>
              <a:t>PK 조회 · PG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566160"/>
            <a:ext cx="12618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355E"/>
                </a:solidFill>
                <a:latin typeface="Apple SD Gothic Neo"/>
              </a:rPr>
              <a:t>0 · 1 · 17회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2292" y="3566160"/>
            <a:ext cx="12618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F355E"/>
                </a:solidFill>
                <a:latin typeface="Apple SD Gothic Neo"/>
              </a:rPr>
              <a:t>1회 · 1.6~2.5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5896" y="3566160"/>
            <a:ext cx="546811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888888"/>
                </a:solidFill>
                <a:latin typeface="Apple SD Gothic Neo"/>
              </a:rPr>
              <a:t>이 뒤로 Qdrant 요청은 0회 — 문맥 walk와 원문 복원은 PostgreSQL이다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858768"/>
            <a:ext cx="11365992" cy="256032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3895344"/>
            <a:ext cx="220370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세션 확보의 상태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7208" y="3895344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3895344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실측 시간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3895344"/>
            <a:ext cx="4078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무슨 호출이 왜 나가는가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9408" y="3895344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언제 생기나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114800"/>
            <a:ext cx="11365992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160520"/>
            <a:ext cx="220370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바로 처리 — 캐시에 있음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7208" y="4160520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0회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4448" y="4160520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0 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3168" y="4160520"/>
            <a:ext cx="4078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준비 요청 없이 곧바로 본래 일로 간다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9408" y="4160520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대부분의 요청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389120"/>
            <a:ext cx="11365992" cy="274320"/>
          </a:xfrm>
          <a:prstGeom prst="rect">
            <a:avLst/>
          </a:prstGeom>
          <a:solidFill>
            <a:srgbClr val="DBE6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" y="4434840"/>
            <a:ext cx="220370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재준비 — 캐시에서 빠짐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07208" y="4434840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4434840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1.5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3168" y="4434840"/>
            <a:ext cx="4078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registry에서 그 세션 포인트 1개를 조회한다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79408" y="4434840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유휴 10분 · 재시작 · 100칸 축출 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4663440"/>
            <a:ext cx="11365992" cy="274320"/>
          </a:xfrm>
          <a:prstGeom prst="rect">
            <a:avLst/>
          </a:prstGeom>
          <a:solidFill>
            <a:srgbClr val="DBE6F6"/>
          </a:solidFill>
          <a:ln w="1905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" y="4709159"/>
            <a:ext cx="220370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신규 등록 — 처음 보는 세션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7208" y="4709159"/>
            <a:ext cx="649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17회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4709159"/>
            <a:ext cx="10607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Menlo"/>
              </a:rPr>
              <a:t>850 → 47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3168" y="4709159"/>
            <a:ext cx="407822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컬렉션 2개 165ms · 색인 11개 667ms · registry 4회 18ms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79408" y="4709159"/>
            <a:ext cx="27340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Apple SD Gothic Neo"/>
              </a:rPr>
              <a:t>그 세션의 첫 요청 한 번 (내역은 7장)</a:t>
            </a:r>
          </a:p>
        </p:txBody>
      </p:sp>
      <p:sp>
        <p:nvSpPr>
          <p:cNvPr id="69" name="Oval 68"/>
          <p:cNvSpPr/>
          <p:nvPr/>
        </p:nvSpPr>
        <p:spPr>
          <a:xfrm>
            <a:off x="146304" y="414223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1480" y="5029200"/>
            <a:ext cx="11365992" cy="1389888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514807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47725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Qdrant가 닿는 곳은 파이프라인 전체에서 세 군데뿐이다.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문맥 walk와 리랭킹, 원문 복원은 Qdrant 요청이 0회다.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71500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평상시 Qdrant가 쓰는 시간은 저장 3.0ms, 검색 2ms 안팎이다.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검색 옵션을 바꿔도 요청은 1회로 고정이다.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95274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신규 등록 17회는 첫 세션만 850ms이고 두 번째 새 세션부터 47ms다.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컬렉션과 색인을 실제로 만드는 것이 첫 한 번뿐이기 때문이다.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619048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이 시간은 같은 장비 기준이다.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Qdrant를 다른 노드에 두면 요청마다 네트워크 왕복이 그대로 더해진다.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" y="649224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측정 기록 2부(S1~S13)와 qdrant_request_trace.json. 요청별 ms는 qdrant-client의 HTTP 전송 함수에서 직접 쟀다.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ple SD Gothic Neo"/>
              </a:rPr>
              <a:t>요약 — Qdrant를 건드리는 곳은 세 군데뿐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4E6"/>
                </a:solidFill>
                <a:latin typeface="Menlo"/>
              </a:rPr>
              <a:t>파이프라인을 걷어내고 접점만 남긴 그림 · 아래 두 막대는 눈금이 서로 다르다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40" y="99669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152144"/>
            <a:ext cx="3108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① 세션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481328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55E"/>
                </a:solidFill>
                <a:latin typeface="Apple SD Gothic Neo"/>
              </a:rPr>
              <a:t>0 · 1 · 17회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031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캐시에 있으면 0회 — 준비 요청 자체가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2257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빠지면 1회 — registry 포인트 1개를 조회한다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4203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처음이면 17회 — 컬렉션 2개와 색인 11개를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798064"/>
            <a:ext cx="3291840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871216"/>
            <a:ext cx="3291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저장 · 검색 공통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05156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26096" y="99669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152144"/>
            <a:ext cx="3108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② 벡터 upsert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481328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55E"/>
                </a:solidFill>
                <a:latin typeface="Apple SD Gothic Neo"/>
              </a:rPr>
              <a:t>1회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1031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저장 요청 1건당 항상 1회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32257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에피소드를 몇 건 담아 보내든 1회로 고정된다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54203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PUT …/points — 벡터와 payload를 써 넣는다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3128" y="2798064"/>
            <a:ext cx="3291840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871216"/>
            <a:ext cx="3291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저장 경로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105156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03151" y="99669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1152144"/>
            <a:ext cx="3108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③ ANN 탐색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1481328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55E"/>
                </a:solidFill>
                <a:latin typeface="Apple SD Gothic Neo"/>
              </a:rPr>
              <a:t>1회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21031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검색 요청 1건당 항상 1회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2322576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top_k와 필터, 문맥 확장을 바꿔도 1회다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254203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POST …/points/query/batch — 유사도 탐색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0183" y="2798064"/>
            <a:ext cx="3291840" cy="9144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2871216"/>
            <a:ext cx="3291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검색 경로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218688"/>
            <a:ext cx="113659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pple SD Gothic Neo"/>
              </a:rPr>
              <a:t>나머지 단계는 Qdrant를 부르지 않는다. 원문 저장과 문맥 walk, 원문 복원은 PostgreSQL이고 세그먼트화와 필터 파싱, 리랭킹, 결과 조립은 프로세스 안에서 끝나며 임베딩은 별도 API다.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474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47872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평상시   눈금 0~4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886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벡터 upsert — 저장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3858768"/>
            <a:ext cx="22402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1720" y="3858768"/>
            <a:ext cx="1680210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3877055"/>
            <a:ext cx="1097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3.0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06240"/>
            <a:ext cx="1691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ANN 탐색 — 검색 1건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4178807"/>
            <a:ext cx="22402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31720" y="4178807"/>
            <a:ext cx="1120140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8" y="4197095"/>
            <a:ext cx="1097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2.0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691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재준비 1회 — registry 조회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4498848"/>
            <a:ext cx="22402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31720" y="4498848"/>
            <a:ext cx="840105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1728" y="4517136"/>
            <a:ext cx="1097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1.5 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36792" y="347472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3547872"/>
            <a:ext cx="5120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pple SD Gothic Neo"/>
              </a:rPr>
              <a:t>세션 등록   눈금 0~900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886200"/>
            <a:ext cx="1691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첫 세션 17회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57031" y="3858768"/>
            <a:ext cx="22402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57031" y="3858768"/>
            <a:ext cx="2115820" cy="182880"/>
          </a:xfrm>
          <a:prstGeom prst="rect">
            <a:avLst/>
          </a:prstGeom>
          <a:solidFill>
            <a:srgbClr val="A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0" y="3877055"/>
            <a:ext cx="1097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850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4206240"/>
            <a:ext cx="1691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pple SD Gothic Neo"/>
              </a:rPr>
              <a:t>두 번째 세션부터 17회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57031" y="4178808"/>
            <a:ext cx="2240280" cy="18288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57031" y="4178808"/>
            <a:ext cx="116992" cy="182880"/>
          </a:xfrm>
          <a:prstGeom prst="rect">
            <a:avLst/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07040" y="4197096"/>
            <a:ext cx="1097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4E79"/>
                </a:solidFill>
                <a:latin typeface="Menlo"/>
              </a:rPr>
              <a:t>47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3952" y="4553712"/>
            <a:ext cx="5212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Apple SD Gothic Neo"/>
              </a:rPr>
              <a:t>850ms의 78%는 색인 생성 11회(667ms), 19%는 컬렉션 생성 2회(165ms)다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4983480"/>
            <a:ext cx="11365992" cy="14173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102352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431536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평상시 Qdrant 부담은 요청당 2~3ms다.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저장도 검색도 요청 1회로 고정이고, 옵션을 바꿔도 늘지 않는다.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669280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17회라는 숫자는 크지만 시간은 두 번째 세션부터 47ms다.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850ms는 컬렉션과 색인을 실제로 만드는 첫 한 번뿐이다.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907024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그래서 세션이 늘 때 걱정할 곳은 등록 시간이 아니라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캐시 100칸이 찬 뒤 유휴 세션이 밀려나 재준비가 상시화되는 쪽이다.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6144768"/>
            <a:ext cx="1081735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pple SD Gothic Neo"/>
              </a:rPr>
              <a:t>다만 이 값은 같은 장비 기준이다.</a:t>
            </a:r>
            <a:r>
              <a:rPr sz="1000" b="0">
                <a:solidFill>
                  <a:srgbClr val="1A1A1A"/>
                </a:solidFill>
                <a:latin typeface="Apple SD Gothic Neo"/>
              </a:rPr>
              <a:t> Qdrant를 다른 노드에 두면 요청마다 네트워크 왕복이 그대로 더해진다.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649224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pple SD Gothic Neo"/>
              </a:rPr>
              <a:t>근거: 측정 기록 2부(S1~S13) · qdrant_request_trace.json · 보고서 6부. 기준 커밋 a8322a7, qdrant 1.17.0 + postgres 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